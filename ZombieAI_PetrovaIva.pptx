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EE7CA7-1652-48A5-AC3A-ADEF6931A6FB}" type="doc">
      <dgm:prSet loTypeId="urn:microsoft.com/office/officeart/2005/8/layout/vProcess5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5FDFCCE7-DEB0-4A2D-8504-5B8497CB7ED5}">
      <dgm:prSet custT="1"/>
      <dgm:spPr>
        <a:solidFill>
          <a:schemeClr val="accent1">
            <a:lumMod val="20000"/>
            <a:lumOff val="80000"/>
          </a:schemeClr>
        </a:solidFill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Sensing</a:t>
          </a:r>
          <a:r>
            <a: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: Items are detected via the AI perception system and cached in m_PerceivedItems; a cleanup timer removes stale entries every 0.5s.</a:t>
          </a:r>
        </a:p>
      </dgm:t>
    </dgm:pt>
    <dgm:pt modelId="{C1B3F19F-CFD7-4B2C-A613-708ECA5CAD66}" type="parTrans" cxnId="{C4DBE379-769A-43F5-80B5-C70CC20AA843}">
      <dgm:prSet/>
      <dgm:spPr/>
      <dgm:t>
        <a:bodyPr/>
        <a:lstStyle/>
        <a:p>
          <a:endParaRPr lang="en-US"/>
        </a:p>
      </dgm:t>
    </dgm:pt>
    <dgm:pt modelId="{BFB26666-D431-404C-BC9F-F711464B3B85}" type="sibTrans" cxnId="{C4DBE379-769A-43F5-80B5-C70CC20AA843}">
      <dgm:prSet/>
      <dgm:spPr>
        <a:solidFill>
          <a:schemeClr val="accent1">
            <a:alpha val="90000"/>
          </a:schemeClr>
        </a:solidFill>
        <a:ln>
          <a:solidFill>
            <a:schemeClr val="tx2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F9997A6D-BE8A-4EDC-ADDC-CAAB0CDE7DEE}">
      <dgm:prSet custT="1"/>
      <dgm:spPr>
        <a:solidFill>
          <a:srgbClr val="B31166">
            <a:lumMod val="20000"/>
            <a:lumOff val="80000"/>
          </a:srgbClr>
        </a:solidFill>
        <a:ln w="19050" cap="rnd" cmpd="sng" algn="ctr">
          <a:solidFill>
            <a:srgbClr val="3B3059">
              <a:lumMod val="75000"/>
            </a:srgbClr>
          </a:solidFill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r>
            <a:rPr lang="en-US" sz="16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Pickup: </a:t>
          </a:r>
          <a:r>
            <a:rPr lang="en-US" sz="16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The i</a:t>
          </a:r>
          <a:r>
            <a:rPr lang="en-US" sz="16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tems are scored by priority (Urgent to Skip) based on current health/stamina ratios. </a:t>
          </a:r>
          <a:r>
            <a:rPr lang="en-US" sz="16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Unreachable</a:t>
          </a:r>
          <a:r>
            <a:rPr lang="en-US" sz="16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items get blacklisted to prevent the agent getting stuck.</a:t>
          </a:r>
        </a:p>
      </dgm:t>
    </dgm:pt>
    <dgm:pt modelId="{D5555057-1561-4056-80B3-B4D10209E87C}" type="parTrans" cxnId="{C5E86402-59F3-4465-93F7-B81019945D26}">
      <dgm:prSet/>
      <dgm:spPr/>
      <dgm:t>
        <a:bodyPr/>
        <a:lstStyle/>
        <a:p>
          <a:endParaRPr lang="en-US"/>
        </a:p>
      </dgm:t>
    </dgm:pt>
    <dgm:pt modelId="{1C258439-E3C2-42C5-858B-74D680519F20}" type="sibTrans" cxnId="{C5E86402-59F3-4465-93F7-B81019945D26}">
      <dgm:prSet/>
      <dgm:spPr>
        <a:solidFill>
          <a:schemeClr val="accent1">
            <a:alpha val="90000"/>
          </a:schemeClr>
        </a:solidFill>
        <a:ln>
          <a:solidFill>
            <a:schemeClr val="tx2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5A0EAB3B-6565-4B42-9619-B2E54724B988}">
      <dgm:prSet custT="1"/>
      <dgm:spPr>
        <a:solidFill>
          <a:srgbClr val="B31166">
            <a:lumMod val="20000"/>
            <a:lumOff val="80000"/>
          </a:srgbClr>
        </a:solidFill>
        <a:ln w="19050" cap="rnd" cmpd="sng" algn="ctr">
          <a:solidFill>
            <a:srgbClr val="3B3059">
              <a:lumMod val="75000"/>
            </a:srgbClr>
          </a:solidFill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Usage: </a:t>
          </a:r>
          <a:r>
            <a:rPr lang="en-US" sz="1600" b="0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Medkits and food are only consumed when they won't overshoot max health/stamina. Depleted items are removed immediately after use.</a:t>
          </a:r>
        </a:p>
      </dgm:t>
    </dgm:pt>
    <dgm:pt modelId="{DA5AB2D9-8D5A-4154-B3BF-BBB414FCE1D4}" type="parTrans" cxnId="{FEB0E1E9-16FB-46C5-A2FA-E0A94D4D779F}">
      <dgm:prSet/>
      <dgm:spPr/>
      <dgm:t>
        <a:bodyPr/>
        <a:lstStyle/>
        <a:p>
          <a:endParaRPr lang="en-US"/>
        </a:p>
      </dgm:t>
    </dgm:pt>
    <dgm:pt modelId="{E8444992-CC6B-4A09-BB8F-5D5FB1EA79A6}" type="sibTrans" cxnId="{FEB0E1E9-16FB-46C5-A2FA-E0A94D4D779F}">
      <dgm:prSet/>
      <dgm:spPr>
        <a:solidFill>
          <a:schemeClr val="accent1">
            <a:alpha val="90000"/>
          </a:schemeClr>
        </a:solidFill>
        <a:ln>
          <a:solidFill>
            <a:schemeClr val="tx2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BA76585D-06FB-4C10-A8A4-50F3F57B9C10}">
      <dgm:prSet custT="1"/>
      <dgm:spPr>
        <a:solidFill>
          <a:srgbClr val="B31166">
            <a:lumMod val="20000"/>
            <a:lumOff val="80000"/>
          </a:srgbClr>
        </a:solidFill>
        <a:ln w="19050" cap="rnd" cmpd="sng" algn="ctr">
          <a:solidFill>
            <a:srgbClr val="3B3059">
              <a:lumMod val="75000"/>
            </a:srgbClr>
          </a:solidFill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r>
            <a: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Cleanup:</a:t>
          </a:r>
          <a:r>
            <a: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 dedicated BT branch runs every tick to evict zero-value items, keeping slots free for new pickups.</a:t>
          </a:r>
        </a:p>
      </dgm:t>
    </dgm:pt>
    <dgm:pt modelId="{1039C36E-D942-4035-A896-0E3C69AA4948}" type="parTrans" cxnId="{460C61F5-3790-4E59-9570-2DE106B6AE75}">
      <dgm:prSet/>
      <dgm:spPr/>
      <dgm:t>
        <a:bodyPr/>
        <a:lstStyle/>
        <a:p>
          <a:endParaRPr lang="en-US"/>
        </a:p>
      </dgm:t>
    </dgm:pt>
    <dgm:pt modelId="{BA3B6EC8-B24F-419B-B51B-24EA4F217EB0}" type="sibTrans" cxnId="{460C61F5-3790-4E59-9570-2DE106B6AE75}">
      <dgm:prSet/>
      <dgm:spPr/>
      <dgm:t>
        <a:bodyPr/>
        <a:lstStyle/>
        <a:p>
          <a:endParaRPr lang="en-US"/>
        </a:p>
      </dgm:t>
    </dgm:pt>
    <dgm:pt modelId="{278E1908-FD66-433D-8967-BB6DF147A7DD}" type="pres">
      <dgm:prSet presAssocID="{A2EE7CA7-1652-48A5-AC3A-ADEF6931A6FB}" presName="outerComposite" presStyleCnt="0">
        <dgm:presLayoutVars>
          <dgm:chMax val="5"/>
          <dgm:dir/>
          <dgm:resizeHandles val="exact"/>
        </dgm:presLayoutVars>
      </dgm:prSet>
      <dgm:spPr/>
    </dgm:pt>
    <dgm:pt modelId="{103BC09F-2DF6-4199-A6E7-6B6EB8E93D5E}" type="pres">
      <dgm:prSet presAssocID="{A2EE7CA7-1652-48A5-AC3A-ADEF6931A6FB}" presName="dummyMaxCanvas" presStyleCnt="0">
        <dgm:presLayoutVars/>
      </dgm:prSet>
      <dgm:spPr/>
    </dgm:pt>
    <dgm:pt modelId="{D7F6C2B4-AC09-4CF0-9C85-B9A29E08E078}" type="pres">
      <dgm:prSet presAssocID="{A2EE7CA7-1652-48A5-AC3A-ADEF6931A6FB}" presName="FourNodes_1" presStyleLbl="node1" presStyleIdx="0" presStyleCnt="4">
        <dgm:presLayoutVars>
          <dgm:bulletEnabled val="1"/>
        </dgm:presLayoutVars>
      </dgm:prSet>
      <dgm:spPr/>
    </dgm:pt>
    <dgm:pt modelId="{5A17F13D-25AE-4862-97EF-0EF62D95EAAD}" type="pres">
      <dgm:prSet presAssocID="{A2EE7CA7-1652-48A5-AC3A-ADEF6931A6FB}" presName="FourNodes_2" presStyleLbl="node1" presStyleIdx="1" presStyleCnt="4">
        <dgm:presLayoutVars>
          <dgm:bulletEnabled val="1"/>
        </dgm:presLayoutVars>
      </dgm:prSet>
      <dgm:spPr>
        <a:xfrm>
          <a:off x="671128" y="888243"/>
          <a:ext cx="8013468" cy="751590"/>
        </a:xfrm>
        <a:prstGeom prst="roundRect">
          <a:avLst>
            <a:gd name="adj" fmla="val 10000"/>
          </a:avLst>
        </a:prstGeom>
      </dgm:spPr>
    </dgm:pt>
    <dgm:pt modelId="{BF440A2B-D0B8-4038-ACAC-EB0517FCE48E}" type="pres">
      <dgm:prSet presAssocID="{A2EE7CA7-1652-48A5-AC3A-ADEF6931A6FB}" presName="FourNodes_3" presStyleLbl="node1" presStyleIdx="2" presStyleCnt="4" custLinFactNeighborX="648">
        <dgm:presLayoutVars>
          <dgm:bulletEnabled val="1"/>
        </dgm:presLayoutVars>
      </dgm:prSet>
      <dgm:spPr>
        <a:xfrm>
          <a:off x="1332239" y="1776486"/>
          <a:ext cx="8013468" cy="751590"/>
        </a:xfrm>
        <a:prstGeom prst="roundRect">
          <a:avLst>
            <a:gd name="adj" fmla="val 10000"/>
          </a:avLst>
        </a:prstGeom>
      </dgm:spPr>
    </dgm:pt>
    <dgm:pt modelId="{5464CD7A-D695-48D9-8B37-B8D186C609D1}" type="pres">
      <dgm:prSet presAssocID="{A2EE7CA7-1652-48A5-AC3A-ADEF6931A6FB}" presName="FourNodes_4" presStyleLbl="node1" presStyleIdx="3" presStyleCnt="4" custLinFactNeighborX="8212" custLinFactNeighborY="0">
        <dgm:presLayoutVars>
          <dgm:bulletEnabled val="1"/>
        </dgm:presLayoutVars>
      </dgm:prSet>
      <dgm:spPr>
        <a:xfrm>
          <a:off x="2003367" y="2664729"/>
          <a:ext cx="8013468" cy="751590"/>
        </a:xfrm>
        <a:prstGeom prst="roundRect">
          <a:avLst>
            <a:gd name="adj" fmla="val 10000"/>
          </a:avLst>
        </a:prstGeom>
      </dgm:spPr>
    </dgm:pt>
    <dgm:pt modelId="{59998B77-E4A6-48DC-B9DB-D089CAFFA698}" type="pres">
      <dgm:prSet presAssocID="{A2EE7CA7-1652-48A5-AC3A-ADEF6931A6FB}" presName="FourConn_1-2" presStyleLbl="fgAccFollowNode1" presStyleIdx="0" presStyleCnt="3">
        <dgm:presLayoutVars>
          <dgm:bulletEnabled val="1"/>
        </dgm:presLayoutVars>
      </dgm:prSet>
      <dgm:spPr/>
    </dgm:pt>
    <dgm:pt modelId="{06047FF7-2921-407C-A10C-09DEA52DA2F5}" type="pres">
      <dgm:prSet presAssocID="{A2EE7CA7-1652-48A5-AC3A-ADEF6931A6FB}" presName="FourConn_2-3" presStyleLbl="fgAccFollowNode1" presStyleIdx="1" presStyleCnt="3">
        <dgm:presLayoutVars>
          <dgm:bulletEnabled val="1"/>
        </dgm:presLayoutVars>
      </dgm:prSet>
      <dgm:spPr/>
    </dgm:pt>
    <dgm:pt modelId="{51BD7E6F-35A7-45FC-8079-BB194E3C0B16}" type="pres">
      <dgm:prSet presAssocID="{A2EE7CA7-1652-48A5-AC3A-ADEF6931A6FB}" presName="FourConn_3-4" presStyleLbl="fgAccFollowNode1" presStyleIdx="2" presStyleCnt="3">
        <dgm:presLayoutVars>
          <dgm:bulletEnabled val="1"/>
        </dgm:presLayoutVars>
      </dgm:prSet>
      <dgm:spPr/>
    </dgm:pt>
    <dgm:pt modelId="{0B54F851-3C8E-4171-A158-FFB40E6C52BF}" type="pres">
      <dgm:prSet presAssocID="{A2EE7CA7-1652-48A5-AC3A-ADEF6931A6FB}" presName="FourNodes_1_text" presStyleLbl="node1" presStyleIdx="3" presStyleCnt="4">
        <dgm:presLayoutVars>
          <dgm:bulletEnabled val="1"/>
        </dgm:presLayoutVars>
      </dgm:prSet>
      <dgm:spPr/>
    </dgm:pt>
    <dgm:pt modelId="{89A3C6B2-EBC8-4E49-9B6D-560CB744E78F}" type="pres">
      <dgm:prSet presAssocID="{A2EE7CA7-1652-48A5-AC3A-ADEF6931A6FB}" presName="FourNodes_2_text" presStyleLbl="node1" presStyleIdx="3" presStyleCnt="4">
        <dgm:presLayoutVars>
          <dgm:bulletEnabled val="1"/>
        </dgm:presLayoutVars>
      </dgm:prSet>
      <dgm:spPr/>
    </dgm:pt>
    <dgm:pt modelId="{1073FD36-1A34-41E8-88DD-10B6A3055957}" type="pres">
      <dgm:prSet presAssocID="{A2EE7CA7-1652-48A5-AC3A-ADEF6931A6FB}" presName="FourNodes_3_text" presStyleLbl="node1" presStyleIdx="3" presStyleCnt="4">
        <dgm:presLayoutVars>
          <dgm:bulletEnabled val="1"/>
        </dgm:presLayoutVars>
      </dgm:prSet>
      <dgm:spPr/>
    </dgm:pt>
    <dgm:pt modelId="{AC658F92-789A-471F-8543-B968DC0D9723}" type="pres">
      <dgm:prSet presAssocID="{A2EE7CA7-1652-48A5-AC3A-ADEF6931A6F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E7A0900-3A7E-45B8-99EF-99EA3BA43A1D}" type="presOf" srcId="{F9997A6D-BE8A-4EDC-ADDC-CAAB0CDE7DEE}" destId="{5A17F13D-25AE-4862-97EF-0EF62D95EAAD}" srcOrd="0" destOrd="0" presId="urn:microsoft.com/office/officeart/2005/8/layout/vProcess5"/>
    <dgm:cxn modelId="{C5E86402-59F3-4465-93F7-B81019945D26}" srcId="{A2EE7CA7-1652-48A5-AC3A-ADEF6931A6FB}" destId="{F9997A6D-BE8A-4EDC-ADDC-CAAB0CDE7DEE}" srcOrd="1" destOrd="0" parTransId="{D5555057-1561-4056-80B3-B4D10209E87C}" sibTransId="{1C258439-E3C2-42C5-858B-74D680519F20}"/>
    <dgm:cxn modelId="{874A1F17-3361-4B35-B65B-FCF1480B893F}" type="presOf" srcId="{F9997A6D-BE8A-4EDC-ADDC-CAAB0CDE7DEE}" destId="{89A3C6B2-EBC8-4E49-9B6D-560CB744E78F}" srcOrd="1" destOrd="0" presId="urn:microsoft.com/office/officeart/2005/8/layout/vProcess5"/>
    <dgm:cxn modelId="{1E405239-F14E-45F9-92CD-3B7FD162DE3C}" type="presOf" srcId="{5A0EAB3B-6565-4B42-9619-B2E54724B988}" destId="{1073FD36-1A34-41E8-88DD-10B6A3055957}" srcOrd="1" destOrd="0" presId="urn:microsoft.com/office/officeart/2005/8/layout/vProcess5"/>
    <dgm:cxn modelId="{8C1F1E4B-1E1D-4875-A3D0-DE9A1292D964}" type="presOf" srcId="{BFB26666-D431-404C-BC9F-F711464B3B85}" destId="{59998B77-E4A6-48DC-B9DB-D089CAFFA698}" srcOrd="0" destOrd="0" presId="urn:microsoft.com/office/officeart/2005/8/layout/vProcess5"/>
    <dgm:cxn modelId="{57881F6D-F755-4C27-9C63-363E50999861}" type="presOf" srcId="{5A0EAB3B-6565-4B42-9619-B2E54724B988}" destId="{BF440A2B-D0B8-4038-ACAC-EB0517FCE48E}" srcOrd="0" destOrd="0" presId="urn:microsoft.com/office/officeart/2005/8/layout/vProcess5"/>
    <dgm:cxn modelId="{15A65772-5C93-4DA6-BB20-19199802BAAB}" type="presOf" srcId="{BA76585D-06FB-4C10-A8A4-50F3F57B9C10}" destId="{AC658F92-789A-471F-8543-B968DC0D9723}" srcOrd="1" destOrd="0" presId="urn:microsoft.com/office/officeart/2005/8/layout/vProcess5"/>
    <dgm:cxn modelId="{C4DBE379-769A-43F5-80B5-C70CC20AA843}" srcId="{A2EE7CA7-1652-48A5-AC3A-ADEF6931A6FB}" destId="{5FDFCCE7-DEB0-4A2D-8504-5B8497CB7ED5}" srcOrd="0" destOrd="0" parTransId="{C1B3F19F-CFD7-4B2C-A613-708ECA5CAD66}" sibTransId="{BFB26666-D431-404C-BC9F-F711464B3B85}"/>
    <dgm:cxn modelId="{CE0B8485-1402-4A73-9687-C45D48B15CF8}" type="presOf" srcId="{5FDFCCE7-DEB0-4A2D-8504-5B8497CB7ED5}" destId="{D7F6C2B4-AC09-4CF0-9C85-B9A29E08E078}" srcOrd="0" destOrd="0" presId="urn:microsoft.com/office/officeart/2005/8/layout/vProcess5"/>
    <dgm:cxn modelId="{D2F89085-99A7-49DF-9727-3AF274F24FD5}" type="presOf" srcId="{E8444992-CC6B-4A09-BB8F-5D5FB1EA79A6}" destId="{51BD7E6F-35A7-45FC-8079-BB194E3C0B16}" srcOrd="0" destOrd="0" presId="urn:microsoft.com/office/officeart/2005/8/layout/vProcess5"/>
    <dgm:cxn modelId="{9F0CF8B3-7D2F-44E0-BF32-C277DE17CB61}" type="presOf" srcId="{BA76585D-06FB-4C10-A8A4-50F3F57B9C10}" destId="{5464CD7A-D695-48D9-8B37-B8D186C609D1}" srcOrd="0" destOrd="0" presId="urn:microsoft.com/office/officeart/2005/8/layout/vProcess5"/>
    <dgm:cxn modelId="{F7F72AD1-8C63-43A1-96E4-CAFCB827297E}" type="presOf" srcId="{1C258439-E3C2-42C5-858B-74D680519F20}" destId="{06047FF7-2921-407C-A10C-09DEA52DA2F5}" srcOrd="0" destOrd="0" presId="urn:microsoft.com/office/officeart/2005/8/layout/vProcess5"/>
    <dgm:cxn modelId="{FEB0E1E9-16FB-46C5-A2FA-E0A94D4D779F}" srcId="{A2EE7CA7-1652-48A5-AC3A-ADEF6931A6FB}" destId="{5A0EAB3B-6565-4B42-9619-B2E54724B988}" srcOrd="2" destOrd="0" parTransId="{DA5AB2D9-8D5A-4154-B3BF-BBB414FCE1D4}" sibTransId="{E8444992-CC6B-4A09-BB8F-5D5FB1EA79A6}"/>
    <dgm:cxn modelId="{1AD3D7F3-43E9-485C-9262-BF619BD63BBC}" type="presOf" srcId="{A2EE7CA7-1652-48A5-AC3A-ADEF6931A6FB}" destId="{278E1908-FD66-433D-8967-BB6DF147A7DD}" srcOrd="0" destOrd="0" presId="urn:microsoft.com/office/officeart/2005/8/layout/vProcess5"/>
    <dgm:cxn modelId="{460C61F5-3790-4E59-9570-2DE106B6AE75}" srcId="{A2EE7CA7-1652-48A5-AC3A-ADEF6931A6FB}" destId="{BA76585D-06FB-4C10-A8A4-50F3F57B9C10}" srcOrd="3" destOrd="0" parTransId="{1039C36E-D942-4035-A896-0E3C69AA4948}" sibTransId="{BA3B6EC8-B24F-419B-B51B-24EA4F217EB0}"/>
    <dgm:cxn modelId="{71EF72FC-9425-4C4A-9193-FCC556D67CCB}" type="presOf" srcId="{5FDFCCE7-DEB0-4A2D-8504-5B8497CB7ED5}" destId="{0B54F851-3C8E-4171-A158-FFB40E6C52BF}" srcOrd="1" destOrd="0" presId="urn:microsoft.com/office/officeart/2005/8/layout/vProcess5"/>
    <dgm:cxn modelId="{D1501BE7-184F-43D1-A2B8-97DEF5629E11}" type="presParOf" srcId="{278E1908-FD66-433D-8967-BB6DF147A7DD}" destId="{103BC09F-2DF6-4199-A6E7-6B6EB8E93D5E}" srcOrd="0" destOrd="0" presId="urn:microsoft.com/office/officeart/2005/8/layout/vProcess5"/>
    <dgm:cxn modelId="{EAF32012-31C6-4366-A850-31B8C0CC2D03}" type="presParOf" srcId="{278E1908-FD66-433D-8967-BB6DF147A7DD}" destId="{D7F6C2B4-AC09-4CF0-9C85-B9A29E08E078}" srcOrd="1" destOrd="0" presId="urn:microsoft.com/office/officeart/2005/8/layout/vProcess5"/>
    <dgm:cxn modelId="{6F3FC5F9-E9DB-42C7-AC19-D17F0593BEAF}" type="presParOf" srcId="{278E1908-FD66-433D-8967-BB6DF147A7DD}" destId="{5A17F13D-25AE-4862-97EF-0EF62D95EAAD}" srcOrd="2" destOrd="0" presId="urn:microsoft.com/office/officeart/2005/8/layout/vProcess5"/>
    <dgm:cxn modelId="{473B0825-6966-4FF8-8633-B8B99518AB22}" type="presParOf" srcId="{278E1908-FD66-433D-8967-BB6DF147A7DD}" destId="{BF440A2B-D0B8-4038-ACAC-EB0517FCE48E}" srcOrd="3" destOrd="0" presId="urn:microsoft.com/office/officeart/2005/8/layout/vProcess5"/>
    <dgm:cxn modelId="{89C7DB59-6627-4106-9225-26D133CD2F9A}" type="presParOf" srcId="{278E1908-FD66-433D-8967-BB6DF147A7DD}" destId="{5464CD7A-D695-48D9-8B37-B8D186C609D1}" srcOrd="4" destOrd="0" presId="urn:microsoft.com/office/officeart/2005/8/layout/vProcess5"/>
    <dgm:cxn modelId="{39092EDE-F85D-4BAD-82C7-DB8EC59FEA3C}" type="presParOf" srcId="{278E1908-FD66-433D-8967-BB6DF147A7DD}" destId="{59998B77-E4A6-48DC-B9DB-D089CAFFA698}" srcOrd="5" destOrd="0" presId="urn:microsoft.com/office/officeart/2005/8/layout/vProcess5"/>
    <dgm:cxn modelId="{4522D19A-9CB7-4BC3-86E2-056BF10CAD1E}" type="presParOf" srcId="{278E1908-FD66-433D-8967-BB6DF147A7DD}" destId="{06047FF7-2921-407C-A10C-09DEA52DA2F5}" srcOrd="6" destOrd="0" presId="urn:microsoft.com/office/officeart/2005/8/layout/vProcess5"/>
    <dgm:cxn modelId="{80E682BF-7A48-4052-9F0A-9075C5B91BAC}" type="presParOf" srcId="{278E1908-FD66-433D-8967-BB6DF147A7DD}" destId="{51BD7E6F-35A7-45FC-8079-BB194E3C0B16}" srcOrd="7" destOrd="0" presId="urn:microsoft.com/office/officeart/2005/8/layout/vProcess5"/>
    <dgm:cxn modelId="{DE5B1992-6F7D-4432-A6EF-84C91E4986D2}" type="presParOf" srcId="{278E1908-FD66-433D-8967-BB6DF147A7DD}" destId="{0B54F851-3C8E-4171-A158-FFB40E6C52BF}" srcOrd="8" destOrd="0" presId="urn:microsoft.com/office/officeart/2005/8/layout/vProcess5"/>
    <dgm:cxn modelId="{57C6C46A-DEE6-42B0-BED9-E2E069252773}" type="presParOf" srcId="{278E1908-FD66-433D-8967-BB6DF147A7DD}" destId="{89A3C6B2-EBC8-4E49-9B6D-560CB744E78F}" srcOrd="9" destOrd="0" presId="urn:microsoft.com/office/officeart/2005/8/layout/vProcess5"/>
    <dgm:cxn modelId="{563E6A3F-1D84-4DB2-BFF3-3A95EA9342CD}" type="presParOf" srcId="{278E1908-FD66-433D-8967-BB6DF147A7DD}" destId="{1073FD36-1A34-41E8-88DD-10B6A3055957}" srcOrd="10" destOrd="0" presId="urn:microsoft.com/office/officeart/2005/8/layout/vProcess5"/>
    <dgm:cxn modelId="{350BCE1C-182E-4435-AA93-3BFD7F489EEB}" type="presParOf" srcId="{278E1908-FD66-433D-8967-BB6DF147A7DD}" destId="{AC658F92-789A-471F-8543-B968DC0D972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23869A-76B5-49AD-B9A0-A5122726EF04}" type="doc">
      <dgm:prSet loTypeId="urn:microsoft.com/office/officeart/2005/8/layout/process1" loCatId="process" qsTypeId="urn:microsoft.com/office/officeart/2005/8/quickstyle/simple4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467824F3-5589-4230-A3C0-CCDF2E58F723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ctr"/>
          <a:endParaRPr lang="en-US" sz="14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algn="ctr"/>
          <a:r>
            <a: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Steering Behaviors:</a:t>
          </a:r>
        </a:p>
        <a:p>
          <a:pPr algn="ctr"/>
          <a:endParaRPr lang="en-US" sz="9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CEAAF7-7E29-4AFA-9FCB-D98A89E1457B}" type="parTrans" cxnId="{FB799A7F-D121-4B6E-834B-01431FA426A9}">
      <dgm:prSet/>
      <dgm:spPr/>
      <dgm:t>
        <a:bodyPr/>
        <a:lstStyle/>
        <a:p>
          <a:endParaRPr lang="en-US"/>
        </a:p>
      </dgm:t>
    </dgm:pt>
    <dgm:pt modelId="{80114785-180C-434B-8738-5E1BD7AB91D8}" type="sibTrans" cxnId="{FB799A7F-D121-4B6E-834B-01431FA426A9}">
      <dgm:prSet/>
      <dgm:spPr/>
      <dgm:t>
        <a:bodyPr/>
        <a:lstStyle/>
        <a:p>
          <a:endParaRPr lang="en-US"/>
        </a:p>
      </dgm:t>
    </dgm:pt>
    <dgm:pt modelId="{20027B3B-B6BB-452F-AEDF-564901E4B194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Arrive- used in </a:t>
          </a:r>
          <a:r>
            <a:rPr lang="en-US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LootAction</a:t>
          </a:r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to smoothly decelerate toward an item</a:t>
          </a:r>
        </a:p>
      </dgm:t>
    </dgm:pt>
    <dgm:pt modelId="{9187148F-5DA5-4DE7-A479-FE38D09323DF}" type="parTrans" cxnId="{64BDCA2F-A257-4F03-A9D9-87CBD84E72D5}">
      <dgm:prSet/>
      <dgm:spPr/>
      <dgm:t>
        <a:bodyPr/>
        <a:lstStyle/>
        <a:p>
          <a:endParaRPr lang="en-US"/>
        </a:p>
      </dgm:t>
    </dgm:pt>
    <dgm:pt modelId="{7405BD04-2E1A-494A-850D-FE6C79621FAB}" type="sibTrans" cxnId="{64BDCA2F-A257-4F03-A9D9-87CBD84E72D5}">
      <dgm:prSet/>
      <dgm:spPr/>
      <dgm:t>
        <a:bodyPr/>
        <a:lstStyle/>
        <a:p>
          <a:endParaRPr lang="en-US"/>
        </a:p>
      </dgm:t>
    </dgm:pt>
    <dgm:pt modelId="{D8EB92F1-7607-40C3-BFA4-CB3210B1D681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Flee- used in </a:t>
          </a:r>
          <a:r>
            <a:rPr lang="en-US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PurgeZoneAction</a:t>
          </a:r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(escape zone center) and </a:t>
          </a:r>
          <a:r>
            <a:rPr lang="en-US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FightAction</a:t>
          </a:r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(kite Heavy zombies)</a:t>
          </a:r>
        </a:p>
      </dgm:t>
    </dgm:pt>
    <dgm:pt modelId="{31F366B2-BA05-4C8D-A803-A157ADAB14C6}" type="parTrans" cxnId="{4571E56E-60B8-4D11-B30F-DC512501D0A0}">
      <dgm:prSet/>
      <dgm:spPr/>
      <dgm:t>
        <a:bodyPr/>
        <a:lstStyle/>
        <a:p>
          <a:endParaRPr lang="en-US"/>
        </a:p>
      </dgm:t>
    </dgm:pt>
    <dgm:pt modelId="{9DA9D977-0BB7-4681-852C-3D2DB420876E}" type="sibTrans" cxnId="{4571E56E-60B8-4D11-B30F-DC512501D0A0}">
      <dgm:prSet/>
      <dgm:spPr/>
      <dgm:t>
        <a:bodyPr/>
        <a:lstStyle/>
        <a:p>
          <a:endParaRPr lang="en-US"/>
        </a:p>
      </dgm:t>
    </dgm:pt>
    <dgm:pt modelId="{4C392CF2-60AA-4061-87E5-A5E16C2D2C8A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Evade- used in </a:t>
          </a:r>
          <a:r>
            <a:rPr lang="en-US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FleeAction</a:t>
          </a:r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, predicting future zombie positions before fleeing</a:t>
          </a:r>
        </a:p>
      </dgm:t>
    </dgm:pt>
    <dgm:pt modelId="{D0D53B4D-9B6B-45E4-9671-E17C266AD4C5}" type="parTrans" cxnId="{7F08B82F-18B3-4DAA-B8E7-0B0A4A520C29}">
      <dgm:prSet/>
      <dgm:spPr/>
      <dgm:t>
        <a:bodyPr/>
        <a:lstStyle/>
        <a:p>
          <a:endParaRPr lang="en-US"/>
        </a:p>
      </dgm:t>
    </dgm:pt>
    <dgm:pt modelId="{A1469B57-5235-4A68-B538-2808E667E53A}" type="sibTrans" cxnId="{7F08B82F-18B3-4DAA-B8E7-0B0A4A520C29}">
      <dgm:prSet/>
      <dgm:spPr/>
      <dgm:t>
        <a:bodyPr/>
        <a:lstStyle/>
        <a:p>
          <a:endParaRPr lang="en-US"/>
        </a:p>
      </dgm:t>
    </dgm:pt>
    <dgm:pt modelId="{246458DD-C931-481A-865D-ADD2C85347AB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Face- used in </a:t>
          </a:r>
          <a:r>
            <a:rPr lang="en-US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FightAction</a:t>
          </a:r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to rotate the pawn toward a zombie before firing</a:t>
          </a:r>
        </a:p>
      </dgm:t>
    </dgm:pt>
    <dgm:pt modelId="{1B3B27F2-F455-48B6-A861-F0A938A15C63}" type="parTrans" cxnId="{36E56E1E-7A0D-4B4E-9D5C-1619BD69AE03}">
      <dgm:prSet/>
      <dgm:spPr/>
      <dgm:t>
        <a:bodyPr/>
        <a:lstStyle/>
        <a:p>
          <a:endParaRPr lang="en-US"/>
        </a:p>
      </dgm:t>
    </dgm:pt>
    <dgm:pt modelId="{BA7E4EEC-5D6A-4DDC-A845-2C9209847291}" type="sibTrans" cxnId="{36E56E1E-7A0D-4B4E-9D5C-1619BD69AE03}">
      <dgm:prSet/>
      <dgm:spPr/>
      <dgm:t>
        <a:bodyPr/>
        <a:lstStyle/>
        <a:p>
          <a:endParaRPr lang="en-US"/>
        </a:p>
      </dgm:t>
    </dgm:pt>
    <dgm:pt modelId="{6F039242-C7F4-46B1-A22B-9FDDC3AB45D0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 algn="l"/>
          <a:endParaRPr lang="en-US" sz="18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algn="ctr"/>
          <a:r>
            <a: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Blended Steering?</a:t>
          </a:r>
        </a:p>
        <a:p>
          <a:pPr algn="l"/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5D4FD4-4227-49C3-A32E-CD33860CCDCC}" type="parTrans" cxnId="{8CC4D5F9-2316-4284-B912-B818EFE3AA02}">
      <dgm:prSet/>
      <dgm:spPr/>
      <dgm:t>
        <a:bodyPr/>
        <a:lstStyle/>
        <a:p>
          <a:endParaRPr lang="en-US"/>
        </a:p>
      </dgm:t>
    </dgm:pt>
    <dgm:pt modelId="{DFF924A4-0A03-484F-A18F-562AAB34C11A}" type="sibTrans" cxnId="{8CC4D5F9-2316-4284-B912-B818EFE3AA02}">
      <dgm:prSet/>
      <dgm:spPr/>
      <dgm:t>
        <a:bodyPr/>
        <a:lstStyle/>
        <a:p>
          <a:endParaRPr lang="en-US"/>
        </a:p>
      </dgm:t>
    </dgm:pt>
    <dgm:pt modelId="{3759A72B-62CC-40D5-8C51-9E8A18A6054D}">
      <dgm:prSet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 algn="l"/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Yes, but only in </a:t>
          </a:r>
          <a:r>
            <a:rPr lang="en-US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FleeAction</a:t>
          </a:r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- weighted blending is applied. Multiple zombies each contribute a flee vector, weighted by zombie tier and inverse distance. The resulting aggregate vector steers the agent away from </a:t>
          </a:r>
          <a:r>
            <a: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all nearby zombies at once</a:t>
          </a:r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, with heavier/faster threats pushing harder. </a:t>
          </a:r>
        </a:p>
      </dgm:t>
    </dgm:pt>
    <dgm:pt modelId="{48785178-7B3B-4D63-84E0-D828592CDEC0}" type="parTrans" cxnId="{AFB9FAB9-AD2C-4FDD-9374-BFB579B7F8DC}">
      <dgm:prSet/>
      <dgm:spPr/>
      <dgm:t>
        <a:bodyPr/>
        <a:lstStyle/>
        <a:p>
          <a:endParaRPr lang="en-US"/>
        </a:p>
      </dgm:t>
    </dgm:pt>
    <dgm:pt modelId="{DBB6856B-BB1C-4A4A-8007-B5062A0721EF}" type="sibTrans" cxnId="{AFB9FAB9-AD2C-4FDD-9374-BFB579B7F8DC}">
      <dgm:prSet/>
      <dgm:spPr/>
      <dgm:t>
        <a:bodyPr/>
        <a:lstStyle/>
        <a:p>
          <a:endParaRPr lang="en-US"/>
        </a:p>
      </dgm:t>
    </dgm:pt>
    <dgm:pt modelId="{E793B59C-908A-4A44-89F6-7E4ACE52316D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l"/>
          <a:endParaRPr lang="en-US" sz="16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7B8DF5-04D5-4B48-B47B-08C17733648F}" type="parTrans" cxnId="{24A8AA1B-DCF6-41DC-A879-3227C68237F6}">
      <dgm:prSet/>
      <dgm:spPr/>
      <dgm:t>
        <a:bodyPr/>
        <a:lstStyle/>
        <a:p>
          <a:endParaRPr lang="en-US"/>
        </a:p>
      </dgm:t>
    </dgm:pt>
    <dgm:pt modelId="{C49DDABE-DC3A-4609-BD91-85C4B5CB4C5F}" type="sibTrans" cxnId="{24A8AA1B-DCF6-41DC-A879-3227C68237F6}">
      <dgm:prSet/>
      <dgm:spPr/>
      <dgm:t>
        <a:bodyPr/>
        <a:lstStyle/>
        <a:p>
          <a:endParaRPr lang="en-US"/>
        </a:p>
      </dgm:t>
    </dgm:pt>
    <dgm:pt modelId="{893A3F84-48AF-45C4-AD8D-EE8FFCD5320A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l"/>
          <a:endParaRPr lang="en-US" sz="16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C476F1-F3E2-48A8-ACED-F2864C7988ED}" type="parTrans" cxnId="{2CAD63C8-0632-446C-AAAC-49166C213203}">
      <dgm:prSet/>
      <dgm:spPr/>
      <dgm:t>
        <a:bodyPr/>
        <a:lstStyle/>
        <a:p>
          <a:endParaRPr lang="en-US"/>
        </a:p>
      </dgm:t>
    </dgm:pt>
    <dgm:pt modelId="{4134D5DA-161E-4B4B-9694-2FA2FE2028A5}" type="sibTrans" cxnId="{2CAD63C8-0632-446C-AAAC-49166C213203}">
      <dgm:prSet/>
      <dgm:spPr/>
      <dgm:t>
        <a:bodyPr/>
        <a:lstStyle/>
        <a:p>
          <a:endParaRPr lang="en-US"/>
        </a:p>
      </dgm:t>
    </dgm:pt>
    <dgm:pt modelId="{ECD48110-7EBB-44D8-A040-A872872636A0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l"/>
          <a:endParaRPr lang="en-US" sz="16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9ACBBC-D971-4D62-8145-B34B2C77A82C}" type="parTrans" cxnId="{7C9B2C1F-3F9D-4D47-8738-A8CE765A480F}">
      <dgm:prSet/>
      <dgm:spPr/>
      <dgm:t>
        <a:bodyPr/>
        <a:lstStyle/>
        <a:p>
          <a:endParaRPr lang="en-US"/>
        </a:p>
      </dgm:t>
    </dgm:pt>
    <dgm:pt modelId="{193CB145-B25F-40DB-BF4B-9A5BA2B109D9}" type="sibTrans" cxnId="{7C9B2C1F-3F9D-4D47-8738-A8CE765A480F}">
      <dgm:prSet/>
      <dgm:spPr/>
      <dgm:t>
        <a:bodyPr/>
        <a:lstStyle/>
        <a:p>
          <a:endParaRPr lang="en-US"/>
        </a:p>
      </dgm:t>
    </dgm:pt>
    <dgm:pt modelId="{681B33C2-6B8E-43EC-945F-A6D063C93FCF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l"/>
          <a:endParaRPr lang="en-US" sz="16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B2C59B-023A-4DE0-81B2-BD5B56EEB916}" type="parTrans" cxnId="{02CA788E-DD67-4EF5-B77D-F364210C1147}">
      <dgm:prSet/>
      <dgm:spPr/>
      <dgm:t>
        <a:bodyPr/>
        <a:lstStyle/>
        <a:p>
          <a:endParaRPr lang="en-US"/>
        </a:p>
      </dgm:t>
    </dgm:pt>
    <dgm:pt modelId="{430109DC-D813-40C9-8B0F-498CB2DB2F54}" type="sibTrans" cxnId="{02CA788E-DD67-4EF5-B77D-F364210C1147}">
      <dgm:prSet/>
      <dgm:spPr/>
      <dgm:t>
        <a:bodyPr/>
        <a:lstStyle/>
        <a:p>
          <a:endParaRPr lang="en-US"/>
        </a:p>
      </dgm:t>
    </dgm:pt>
    <dgm:pt modelId="{484CD5E1-A8FC-4933-8C46-E0741C2D4282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l"/>
          <a:endParaRPr lang="en-US" sz="16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E359F9-DD8A-411F-86BF-527A628AFA0A}" type="parTrans" cxnId="{ED2A708B-418E-492F-BC11-3479ADB05980}">
      <dgm:prSet/>
      <dgm:spPr/>
      <dgm:t>
        <a:bodyPr/>
        <a:lstStyle/>
        <a:p>
          <a:endParaRPr lang="en-US"/>
        </a:p>
      </dgm:t>
    </dgm:pt>
    <dgm:pt modelId="{56DF4EB2-0D0F-40ED-934E-78D1B0158709}" type="sibTrans" cxnId="{ED2A708B-418E-492F-BC11-3479ADB05980}">
      <dgm:prSet/>
      <dgm:spPr/>
      <dgm:t>
        <a:bodyPr/>
        <a:lstStyle/>
        <a:p>
          <a:endParaRPr lang="en-US"/>
        </a:p>
      </dgm:t>
    </dgm:pt>
    <dgm:pt modelId="{4D552C6F-D3BD-471D-8A35-C9D9A1D0DB67}" type="pres">
      <dgm:prSet presAssocID="{2223869A-76B5-49AD-B9A0-A5122726EF04}" presName="Name0" presStyleCnt="0">
        <dgm:presLayoutVars>
          <dgm:dir/>
          <dgm:resizeHandles val="exact"/>
        </dgm:presLayoutVars>
      </dgm:prSet>
      <dgm:spPr/>
    </dgm:pt>
    <dgm:pt modelId="{BDDB1FAD-BCAB-4C4A-943D-56E910A743B4}" type="pres">
      <dgm:prSet presAssocID="{467824F3-5589-4230-A3C0-CCDF2E58F723}" presName="node" presStyleLbl="node1" presStyleIdx="0" presStyleCnt="2">
        <dgm:presLayoutVars>
          <dgm:bulletEnabled val="1"/>
        </dgm:presLayoutVars>
      </dgm:prSet>
      <dgm:spPr/>
    </dgm:pt>
    <dgm:pt modelId="{651830D1-7D57-4AA9-9AC1-76BABACE0E39}" type="pres">
      <dgm:prSet presAssocID="{80114785-180C-434B-8738-5E1BD7AB91D8}" presName="sibTrans" presStyleLbl="sibTrans2D1" presStyleIdx="0" presStyleCnt="1"/>
      <dgm:spPr/>
    </dgm:pt>
    <dgm:pt modelId="{22ADC848-DACA-47C4-B79D-AB3137D904FA}" type="pres">
      <dgm:prSet presAssocID="{80114785-180C-434B-8738-5E1BD7AB91D8}" presName="connectorText" presStyleLbl="sibTrans2D1" presStyleIdx="0" presStyleCnt="1"/>
      <dgm:spPr/>
    </dgm:pt>
    <dgm:pt modelId="{50C4D792-7F69-45B2-9C52-AD43D24BA81D}" type="pres">
      <dgm:prSet presAssocID="{6F039242-C7F4-46B1-A22B-9FDDC3AB45D0}" presName="node" presStyleLbl="node1" presStyleIdx="1" presStyleCnt="2">
        <dgm:presLayoutVars>
          <dgm:bulletEnabled val="1"/>
        </dgm:presLayoutVars>
      </dgm:prSet>
      <dgm:spPr/>
    </dgm:pt>
  </dgm:ptLst>
  <dgm:cxnLst>
    <dgm:cxn modelId="{3DB17703-C72B-4717-B72A-3EDE44EBBE13}" type="presOf" srcId="{484CD5E1-A8FC-4933-8C46-E0741C2D4282}" destId="{BDDB1FAD-BCAB-4C4A-943D-56E910A743B4}" srcOrd="0" destOrd="9" presId="urn:microsoft.com/office/officeart/2005/8/layout/process1"/>
    <dgm:cxn modelId="{DA3F150D-FE90-4338-9829-111814604D94}" type="presOf" srcId="{D8EB92F1-7607-40C3-BFA4-CB3210B1D681}" destId="{BDDB1FAD-BCAB-4C4A-943D-56E910A743B4}" srcOrd="0" destOrd="3" presId="urn:microsoft.com/office/officeart/2005/8/layout/process1"/>
    <dgm:cxn modelId="{10CE1111-2FEB-4899-8D54-86CBB6D48235}" type="presOf" srcId="{467824F3-5589-4230-A3C0-CCDF2E58F723}" destId="{BDDB1FAD-BCAB-4C4A-943D-56E910A743B4}" srcOrd="0" destOrd="0" presId="urn:microsoft.com/office/officeart/2005/8/layout/process1"/>
    <dgm:cxn modelId="{21926E17-20E4-48CC-9F4C-AB026F7BA479}" type="presOf" srcId="{246458DD-C931-481A-865D-ADD2C85347AB}" destId="{BDDB1FAD-BCAB-4C4A-943D-56E910A743B4}" srcOrd="0" destOrd="7" presId="urn:microsoft.com/office/officeart/2005/8/layout/process1"/>
    <dgm:cxn modelId="{24A8AA1B-DCF6-41DC-A879-3227C68237F6}" srcId="{467824F3-5589-4230-A3C0-CCDF2E58F723}" destId="{E793B59C-908A-4A44-89F6-7E4ACE52316D}" srcOrd="1" destOrd="0" parTransId="{447B8DF5-04D5-4B48-B47B-08C17733648F}" sibTransId="{C49DDABE-DC3A-4609-BD91-85C4B5CB4C5F}"/>
    <dgm:cxn modelId="{37F9251C-5322-4F83-9A44-0520E6DC5923}" type="presOf" srcId="{893A3F84-48AF-45C4-AD8D-EE8FFCD5320A}" destId="{BDDB1FAD-BCAB-4C4A-943D-56E910A743B4}" srcOrd="0" destOrd="4" presId="urn:microsoft.com/office/officeart/2005/8/layout/process1"/>
    <dgm:cxn modelId="{36E56E1E-7A0D-4B4E-9D5C-1619BD69AE03}" srcId="{467824F3-5589-4230-A3C0-CCDF2E58F723}" destId="{246458DD-C931-481A-865D-ADD2C85347AB}" srcOrd="6" destOrd="0" parTransId="{1B3B27F2-F455-48B6-A861-F0A938A15C63}" sibTransId="{BA7E4EEC-5D6A-4DDC-A845-2C9209847291}"/>
    <dgm:cxn modelId="{7C9B2C1F-3F9D-4D47-8738-A8CE765A480F}" srcId="{467824F3-5589-4230-A3C0-CCDF2E58F723}" destId="{ECD48110-7EBB-44D8-A040-A872872636A0}" srcOrd="5" destOrd="0" parTransId="{DF9ACBBC-D971-4D62-8145-B34B2C77A82C}" sibTransId="{193CB145-B25F-40DB-BF4B-9A5BA2B109D9}"/>
    <dgm:cxn modelId="{7F08B82F-18B3-4DAA-B8E7-0B0A4A520C29}" srcId="{467824F3-5589-4230-A3C0-CCDF2E58F723}" destId="{4C392CF2-60AA-4061-87E5-A5E16C2D2C8A}" srcOrd="4" destOrd="0" parTransId="{D0D53B4D-9B6B-45E4-9671-E17C266AD4C5}" sibTransId="{A1469B57-5235-4A68-B538-2808E667E53A}"/>
    <dgm:cxn modelId="{64BDCA2F-A257-4F03-A9D9-87CBD84E72D5}" srcId="{467824F3-5589-4230-A3C0-CCDF2E58F723}" destId="{20027B3B-B6BB-452F-AEDF-564901E4B194}" srcOrd="0" destOrd="0" parTransId="{9187148F-5DA5-4DE7-A479-FE38D09323DF}" sibTransId="{7405BD04-2E1A-494A-850D-FE6C79621FAB}"/>
    <dgm:cxn modelId="{0B4AB536-CD5C-4879-B56A-EFD0306B9421}" type="presOf" srcId="{2223869A-76B5-49AD-B9A0-A5122726EF04}" destId="{4D552C6F-D3BD-471D-8A35-C9D9A1D0DB67}" srcOrd="0" destOrd="0" presId="urn:microsoft.com/office/officeart/2005/8/layout/process1"/>
    <dgm:cxn modelId="{787A795C-C622-4D1D-9E6E-1A6D01087AD7}" type="presOf" srcId="{681B33C2-6B8E-43EC-945F-A6D063C93FCF}" destId="{BDDB1FAD-BCAB-4C4A-943D-56E910A743B4}" srcOrd="0" destOrd="8" presId="urn:microsoft.com/office/officeart/2005/8/layout/process1"/>
    <dgm:cxn modelId="{47759642-5B60-4AC7-ABC1-B1F49279329D}" type="presOf" srcId="{20027B3B-B6BB-452F-AEDF-564901E4B194}" destId="{BDDB1FAD-BCAB-4C4A-943D-56E910A743B4}" srcOrd="0" destOrd="1" presId="urn:microsoft.com/office/officeart/2005/8/layout/process1"/>
    <dgm:cxn modelId="{B493396D-BB33-42E9-A168-1AF5853174EB}" type="presOf" srcId="{3759A72B-62CC-40D5-8C51-9E8A18A6054D}" destId="{50C4D792-7F69-45B2-9C52-AD43D24BA81D}" srcOrd="0" destOrd="1" presId="urn:microsoft.com/office/officeart/2005/8/layout/process1"/>
    <dgm:cxn modelId="{4571E56E-60B8-4D11-B30F-DC512501D0A0}" srcId="{467824F3-5589-4230-A3C0-CCDF2E58F723}" destId="{D8EB92F1-7607-40C3-BFA4-CB3210B1D681}" srcOrd="2" destOrd="0" parTransId="{31F366B2-BA05-4C8D-A803-A157ADAB14C6}" sibTransId="{9DA9D977-0BB7-4681-852C-3D2DB420876E}"/>
    <dgm:cxn modelId="{E53B9751-8430-482B-87A4-42757E70089B}" type="presOf" srcId="{E793B59C-908A-4A44-89F6-7E4ACE52316D}" destId="{BDDB1FAD-BCAB-4C4A-943D-56E910A743B4}" srcOrd="0" destOrd="2" presId="urn:microsoft.com/office/officeart/2005/8/layout/process1"/>
    <dgm:cxn modelId="{FB799A7F-D121-4B6E-834B-01431FA426A9}" srcId="{2223869A-76B5-49AD-B9A0-A5122726EF04}" destId="{467824F3-5589-4230-A3C0-CCDF2E58F723}" srcOrd="0" destOrd="0" parTransId="{E1CEAAF7-7E29-4AFA-9FCB-D98A89E1457B}" sibTransId="{80114785-180C-434B-8738-5E1BD7AB91D8}"/>
    <dgm:cxn modelId="{ED2A708B-418E-492F-BC11-3479ADB05980}" srcId="{467824F3-5589-4230-A3C0-CCDF2E58F723}" destId="{484CD5E1-A8FC-4933-8C46-E0741C2D4282}" srcOrd="8" destOrd="0" parTransId="{E5E359F9-DD8A-411F-86BF-527A628AFA0A}" sibTransId="{56DF4EB2-0D0F-40ED-934E-78D1B0158709}"/>
    <dgm:cxn modelId="{02CA788E-DD67-4EF5-B77D-F364210C1147}" srcId="{467824F3-5589-4230-A3C0-CCDF2E58F723}" destId="{681B33C2-6B8E-43EC-945F-A6D063C93FCF}" srcOrd="7" destOrd="0" parTransId="{59B2C59B-023A-4DE0-81B2-BD5B56EEB916}" sibTransId="{430109DC-D813-40C9-8B0F-498CB2DB2F54}"/>
    <dgm:cxn modelId="{0B961BB1-4DBF-4147-B996-7675D5A711EE}" type="presOf" srcId="{80114785-180C-434B-8738-5E1BD7AB91D8}" destId="{651830D1-7D57-4AA9-9AC1-76BABACE0E39}" srcOrd="0" destOrd="0" presId="urn:microsoft.com/office/officeart/2005/8/layout/process1"/>
    <dgm:cxn modelId="{D9C2C4B3-F9C5-46C6-8AEF-FB70D1FA65A8}" type="presOf" srcId="{6F039242-C7F4-46B1-A22B-9FDDC3AB45D0}" destId="{50C4D792-7F69-45B2-9C52-AD43D24BA81D}" srcOrd="0" destOrd="0" presId="urn:microsoft.com/office/officeart/2005/8/layout/process1"/>
    <dgm:cxn modelId="{AFB9FAB9-AD2C-4FDD-9374-BFB579B7F8DC}" srcId="{6F039242-C7F4-46B1-A22B-9FDDC3AB45D0}" destId="{3759A72B-62CC-40D5-8C51-9E8A18A6054D}" srcOrd="0" destOrd="0" parTransId="{48785178-7B3B-4D63-84E0-D828592CDEC0}" sibTransId="{DBB6856B-BB1C-4A4A-8007-B5062A0721EF}"/>
    <dgm:cxn modelId="{1453D7C0-311D-42B2-91FF-5DCD80852D7A}" type="presOf" srcId="{4C392CF2-60AA-4061-87E5-A5E16C2D2C8A}" destId="{BDDB1FAD-BCAB-4C4A-943D-56E910A743B4}" srcOrd="0" destOrd="5" presId="urn:microsoft.com/office/officeart/2005/8/layout/process1"/>
    <dgm:cxn modelId="{2CAD63C8-0632-446C-AAAC-49166C213203}" srcId="{467824F3-5589-4230-A3C0-CCDF2E58F723}" destId="{893A3F84-48AF-45C4-AD8D-EE8FFCD5320A}" srcOrd="3" destOrd="0" parTransId="{B5C476F1-F3E2-48A8-ACED-F2864C7988ED}" sibTransId="{4134D5DA-161E-4B4B-9694-2FA2FE2028A5}"/>
    <dgm:cxn modelId="{0F2213D6-A1FB-49CB-8826-73FE82D94C1F}" type="presOf" srcId="{80114785-180C-434B-8738-5E1BD7AB91D8}" destId="{22ADC848-DACA-47C4-B79D-AB3137D904FA}" srcOrd="1" destOrd="0" presId="urn:microsoft.com/office/officeart/2005/8/layout/process1"/>
    <dgm:cxn modelId="{1B5C03EB-99A3-4961-A086-A946603499A9}" type="presOf" srcId="{ECD48110-7EBB-44D8-A040-A872872636A0}" destId="{BDDB1FAD-BCAB-4C4A-943D-56E910A743B4}" srcOrd="0" destOrd="6" presId="urn:microsoft.com/office/officeart/2005/8/layout/process1"/>
    <dgm:cxn modelId="{8CC4D5F9-2316-4284-B912-B818EFE3AA02}" srcId="{2223869A-76B5-49AD-B9A0-A5122726EF04}" destId="{6F039242-C7F4-46B1-A22B-9FDDC3AB45D0}" srcOrd="1" destOrd="0" parTransId="{A95D4FD4-4227-49C3-A32E-CD33860CCDCC}" sibTransId="{DFF924A4-0A03-484F-A18F-562AAB34C11A}"/>
    <dgm:cxn modelId="{14A9216B-3136-424B-BE3E-B05A69426B92}" type="presParOf" srcId="{4D552C6F-D3BD-471D-8A35-C9D9A1D0DB67}" destId="{BDDB1FAD-BCAB-4C4A-943D-56E910A743B4}" srcOrd="0" destOrd="0" presId="urn:microsoft.com/office/officeart/2005/8/layout/process1"/>
    <dgm:cxn modelId="{7C4911E1-2CCC-4289-9C04-6FE03600F4E5}" type="presParOf" srcId="{4D552C6F-D3BD-471D-8A35-C9D9A1D0DB67}" destId="{651830D1-7D57-4AA9-9AC1-76BABACE0E39}" srcOrd="1" destOrd="0" presId="urn:microsoft.com/office/officeart/2005/8/layout/process1"/>
    <dgm:cxn modelId="{A782DF9D-9A4A-44C3-9A06-FD3D34AFBC22}" type="presParOf" srcId="{651830D1-7D57-4AA9-9AC1-76BABACE0E39}" destId="{22ADC848-DACA-47C4-B79D-AB3137D904FA}" srcOrd="0" destOrd="0" presId="urn:microsoft.com/office/officeart/2005/8/layout/process1"/>
    <dgm:cxn modelId="{CD8481F5-F362-410F-979E-FF6CB965130A}" type="presParOf" srcId="{4D552C6F-D3BD-471D-8A35-C9D9A1D0DB67}" destId="{50C4D792-7F69-45B2-9C52-AD43D24BA81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F6C2B4-AC09-4CF0-9C85-B9A29E08E078}">
      <dsp:nvSpPr>
        <dsp:cNvPr id="0" name=""/>
        <dsp:cNvSpPr/>
      </dsp:nvSpPr>
      <dsp:spPr>
        <a:xfrm>
          <a:off x="0" y="0"/>
          <a:ext cx="8656318" cy="751590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9050" cap="rnd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Sensing</a:t>
          </a:r>
          <a:r>
            <a:rPr lang="en-US" sz="16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: Items are detected via the AI perception system and cached in m_PerceivedItems; a cleanup timer removes stale entries every 0.5s.</a:t>
          </a:r>
        </a:p>
      </dsp:txBody>
      <dsp:txXfrm>
        <a:off x="22013" y="22013"/>
        <a:ext cx="7781785" cy="707564"/>
      </dsp:txXfrm>
    </dsp:sp>
    <dsp:sp modelId="{5A17F13D-25AE-4862-97EF-0EF62D95EAAD}">
      <dsp:nvSpPr>
        <dsp:cNvPr id="0" name=""/>
        <dsp:cNvSpPr/>
      </dsp:nvSpPr>
      <dsp:spPr>
        <a:xfrm>
          <a:off x="724966" y="888243"/>
          <a:ext cx="8656318" cy="751590"/>
        </a:xfrm>
        <a:prstGeom prst="roundRect">
          <a:avLst>
            <a:gd name="adj" fmla="val 10000"/>
          </a:avLst>
        </a:prstGeom>
        <a:solidFill>
          <a:srgbClr val="B31166">
            <a:lumMod val="20000"/>
            <a:lumOff val="80000"/>
          </a:srgbClr>
        </a:solidFill>
        <a:ln w="19050" cap="rnd" cmpd="sng" algn="ctr">
          <a:solidFill>
            <a:srgbClr val="3B3059">
              <a:lumMod val="75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Pickup: </a:t>
          </a:r>
          <a:r>
            <a:rPr lang="en-US" sz="16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The i</a:t>
          </a:r>
          <a:r>
            <a:rPr lang="en-US" sz="16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tems are scored by priority (Urgent to Skip) based on current health/stamina ratios. </a:t>
          </a:r>
          <a:r>
            <a:rPr lang="en-US" sz="16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Unreachable</a:t>
          </a:r>
          <a:r>
            <a:rPr lang="en-US" sz="16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items get blacklisted to prevent the agent getting stuck.</a:t>
          </a:r>
        </a:p>
      </dsp:txBody>
      <dsp:txXfrm>
        <a:off x="746979" y="910256"/>
        <a:ext cx="7398791" cy="707564"/>
      </dsp:txXfrm>
    </dsp:sp>
    <dsp:sp modelId="{BF440A2B-D0B8-4038-ACAC-EB0517FCE48E}">
      <dsp:nvSpPr>
        <dsp:cNvPr id="0" name=""/>
        <dsp:cNvSpPr/>
      </dsp:nvSpPr>
      <dsp:spPr>
        <a:xfrm>
          <a:off x="1495205" y="1776486"/>
          <a:ext cx="8656318" cy="751590"/>
        </a:xfrm>
        <a:prstGeom prst="roundRect">
          <a:avLst>
            <a:gd name="adj" fmla="val 10000"/>
          </a:avLst>
        </a:prstGeom>
        <a:solidFill>
          <a:srgbClr val="B31166">
            <a:lumMod val="20000"/>
            <a:lumOff val="80000"/>
          </a:srgbClr>
        </a:solidFill>
        <a:ln w="19050" cap="rnd" cmpd="sng" algn="ctr">
          <a:solidFill>
            <a:srgbClr val="3B3059">
              <a:lumMod val="75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Usage: </a:t>
          </a:r>
          <a:r>
            <a:rPr lang="en-US" sz="1600" b="0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Medkits and food are only consumed when they won't overshoot max health/stamina. Depleted items are removed immediately after use.</a:t>
          </a:r>
        </a:p>
      </dsp:txBody>
      <dsp:txXfrm>
        <a:off x="1517218" y="1798499"/>
        <a:ext cx="7409612" cy="707564"/>
      </dsp:txXfrm>
    </dsp:sp>
    <dsp:sp modelId="{5464CD7A-D695-48D9-8B37-B8D186C609D1}">
      <dsp:nvSpPr>
        <dsp:cNvPr id="0" name=""/>
        <dsp:cNvSpPr/>
      </dsp:nvSpPr>
      <dsp:spPr>
        <a:xfrm>
          <a:off x="2164079" y="2664729"/>
          <a:ext cx="8656318" cy="751590"/>
        </a:xfrm>
        <a:prstGeom prst="roundRect">
          <a:avLst>
            <a:gd name="adj" fmla="val 10000"/>
          </a:avLst>
        </a:prstGeom>
        <a:solidFill>
          <a:srgbClr val="B31166">
            <a:lumMod val="20000"/>
            <a:lumOff val="80000"/>
          </a:srgbClr>
        </a:solidFill>
        <a:ln w="19050" cap="rnd" cmpd="sng" algn="ctr">
          <a:solidFill>
            <a:srgbClr val="3B3059">
              <a:lumMod val="75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Cleanup:</a:t>
          </a:r>
          <a:r>
            <a:rPr lang="en-US" sz="16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 dedicated BT branch runs every tick to evict zero-value items, keeping slots free for new pickups.</a:t>
          </a:r>
        </a:p>
      </dsp:txBody>
      <dsp:txXfrm>
        <a:off x="2186092" y="2686742"/>
        <a:ext cx="7398791" cy="707564"/>
      </dsp:txXfrm>
    </dsp:sp>
    <dsp:sp modelId="{59998B77-E4A6-48DC-B9DB-D089CAFFA698}">
      <dsp:nvSpPr>
        <dsp:cNvPr id="0" name=""/>
        <dsp:cNvSpPr/>
      </dsp:nvSpPr>
      <dsp:spPr>
        <a:xfrm>
          <a:off x="8167784" y="575649"/>
          <a:ext cx="488533" cy="4885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</a:schemeClr>
        </a:solidFill>
        <a:ln w="19050" cap="rnd" cmpd="sng" algn="ctr">
          <a:solidFill>
            <a:schemeClr val="tx2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277704" y="575649"/>
        <a:ext cx="268693" cy="367621"/>
      </dsp:txXfrm>
    </dsp:sp>
    <dsp:sp modelId="{06047FF7-2921-407C-A10C-09DEA52DA2F5}">
      <dsp:nvSpPr>
        <dsp:cNvPr id="0" name=""/>
        <dsp:cNvSpPr/>
      </dsp:nvSpPr>
      <dsp:spPr>
        <a:xfrm>
          <a:off x="8892751" y="1463893"/>
          <a:ext cx="488533" cy="4885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</a:schemeClr>
        </a:solidFill>
        <a:ln w="19050" cap="rnd" cmpd="sng" algn="ctr">
          <a:solidFill>
            <a:schemeClr val="tx2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002671" y="1463893"/>
        <a:ext cx="268693" cy="367621"/>
      </dsp:txXfrm>
    </dsp:sp>
    <dsp:sp modelId="{51BD7E6F-35A7-45FC-8079-BB194E3C0B16}">
      <dsp:nvSpPr>
        <dsp:cNvPr id="0" name=""/>
        <dsp:cNvSpPr/>
      </dsp:nvSpPr>
      <dsp:spPr>
        <a:xfrm>
          <a:off x="9606897" y="2352136"/>
          <a:ext cx="488533" cy="4885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</a:schemeClr>
        </a:solidFill>
        <a:ln w="19050" cap="rnd" cmpd="sng" algn="ctr">
          <a:solidFill>
            <a:schemeClr val="tx2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716817" y="2352136"/>
        <a:ext cx="268693" cy="3676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B1FAD-BCAB-4C4A-943D-56E910A743B4}">
      <dsp:nvSpPr>
        <dsp:cNvPr id="0" name=""/>
        <dsp:cNvSpPr/>
      </dsp:nvSpPr>
      <dsp:spPr>
        <a:xfrm>
          <a:off x="7169" y="0"/>
          <a:ext cx="4365083" cy="4225221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Steering Behaviors: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Arrive- used in </a:t>
          </a:r>
          <a:r>
            <a:rPr lang="en-US" sz="160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LootAction</a:t>
          </a: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to smoothly decelerate toward an item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Flee- used in </a:t>
          </a:r>
          <a:r>
            <a:rPr lang="en-US" sz="160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PurgeZoneAction</a:t>
          </a: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(escape zone center) and </a:t>
          </a:r>
          <a:r>
            <a:rPr lang="en-US" sz="160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FightAction</a:t>
          </a: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(kite Heavy zombies)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Evade- used in </a:t>
          </a:r>
          <a:r>
            <a:rPr lang="en-US" sz="160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FleeAction</a:t>
          </a: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, predicting future zombie positions before fleeing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Face- used in </a:t>
          </a:r>
          <a:r>
            <a:rPr lang="en-US" sz="160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FightAction</a:t>
          </a: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to rotate the pawn toward a zombie before firing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0921" y="123752"/>
        <a:ext cx="4117579" cy="3977717"/>
      </dsp:txXfrm>
    </dsp:sp>
    <dsp:sp modelId="{651830D1-7D57-4AA9-9AC1-76BABACE0E39}">
      <dsp:nvSpPr>
        <dsp:cNvPr id="0" name=""/>
        <dsp:cNvSpPr/>
      </dsp:nvSpPr>
      <dsp:spPr>
        <a:xfrm>
          <a:off x="4808760" y="1571340"/>
          <a:ext cx="925397" cy="10825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600" kern="1200"/>
        </a:p>
      </dsp:txBody>
      <dsp:txXfrm>
        <a:off x="4808760" y="1787848"/>
        <a:ext cx="647778" cy="649524"/>
      </dsp:txXfrm>
    </dsp:sp>
    <dsp:sp modelId="{50C4D792-7F69-45B2-9C52-AD43D24BA81D}">
      <dsp:nvSpPr>
        <dsp:cNvPr id="0" name=""/>
        <dsp:cNvSpPr/>
      </dsp:nvSpPr>
      <dsp:spPr>
        <a:xfrm>
          <a:off x="6118285" y="0"/>
          <a:ext cx="4365083" cy="4225221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Blended Steering?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Yes, but only in </a:t>
          </a:r>
          <a:r>
            <a:rPr lang="en-US" sz="160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FleeAction</a:t>
          </a: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- weighted blending is applied. Multiple zombies each contribute a flee vector, weighted by zombie tier and inverse distance. The resulting aggregate vector steers the agent away from </a:t>
          </a:r>
          <a:r>
            <a:rPr lang="en-US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all nearby zombies at once</a:t>
          </a: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, with heavier/faster threats pushing harder. </a:t>
          </a:r>
        </a:p>
      </dsp:txBody>
      <dsp:txXfrm>
        <a:off x="6242037" y="123752"/>
        <a:ext cx="4117579" cy="3977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614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44828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5728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9283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32752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5012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4541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7833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77203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1347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10026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03965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41174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6558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61211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53474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15063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10/20/2026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B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7262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7528" y="793899"/>
            <a:ext cx="6825598" cy="31537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Survivor AI:</a:t>
            </a:r>
            <a:br>
              <a:rPr lang="en-US" dirty="0">
                <a:solidFill>
                  <a:srgbClr val="EBEBEB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dirty="0">
                <a:solidFill>
                  <a:srgbClr val="EBEBEB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Important decisions</a:t>
            </a:r>
            <a:endParaRPr lang="en-BE" dirty="0">
              <a:solidFill>
                <a:srgbClr val="EBEBEB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24541" y="5879691"/>
            <a:ext cx="4798142" cy="1622322"/>
          </a:xfrm>
        </p:spPr>
        <p:txBody>
          <a:bodyPr>
            <a:normAutofit/>
          </a:bodyPr>
          <a:lstStyle/>
          <a:p>
            <a:r>
              <a:rPr lang="en-US" i="1" dirty="0">
                <a:latin typeface="Batang" panose="02030600000101010101" pitchFamily="18" charset="-127"/>
                <a:ea typeface="Batang" panose="02030600000101010101" pitchFamily="18" charset="-127"/>
              </a:rPr>
              <a:t>Made by Iva Petrova</a:t>
            </a:r>
            <a:endParaRPr lang="en-BE" i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Brain">
            <a:extLst>
              <a:ext uri="{FF2B5EF4-FFF2-40B4-BE49-F238E27FC236}">
                <a16:creationId xmlns:a16="http://schemas.microsoft.com/office/drawing/2014/main" id="{D461AADB-21EC-5626-661B-9D10E1D63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620" y="88088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9077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239388"/>
            <a:ext cx="8825658" cy="586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</a:rPr>
              <a:t>Decision Making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CE4092-BB68-E199-F3F3-D1397E059B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2" r="351" b="-1"/>
          <a:stretch>
            <a:fillRect/>
          </a:stretch>
        </p:blipFill>
        <p:spPr>
          <a:xfrm>
            <a:off x="1154953" y="2119751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706964"/>
          </a:xfrm>
        </p:spPr>
        <p:txBody>
          <a:bodyPr/>
          <a:lstStyle/>
          <a:p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</a:rPr>
              <a:t>Enemy handling</a:t>
            </a:r>
            <a:endParaRPr lang="en-BE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0E22A-0279-88DD-14B1-0D89B8A99FC1}"/>
              </a:ext>
            </a:extLst>
          </p:cNvPr>
          <p:cNvSpPr txBox="1"/>
          <p:nvPr/>
        </p:nvSpPr>
        <p:spPr>
          <a:xfrm>
            <a:off x="609596" y="2348341"/>
            <a:ext cx="1178329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Fight (when armed):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Kites Heavy zombies (backs away while shooting), rushes all others via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navmesh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    Aiming: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Face steering rotates the pawn toward the target each tick, then fires via line trace</a:t>
            </a:r>
          </a:p>
          <a:p>
            <a:pPr lvl="1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Flee (when unarmed):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Sprints using weighted escape vectors, predicts zombie movement, skips if inside a house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CF7F1-98B9-91AF-5814-3B19F306E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0" t="4338" b="25786"/>
          <a:stretch>
            <a:fillRect/>
          </a:stretch>
        </p:blipFill>
        <p:spPr>
          <a:xfrm>
            <a:off x="6262257" y="3621371"/>
            <a:ext cx="5320147" cy="2925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A43B33-DD6B-09D0-FC88-609FE1927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62" t="6392" b="28082"/>
          <a:stretch>
            <a:fillRect/>
          </a:stretch>
        </p:blipFill>
        <p:spPr>
          <a:xfrm>
            <a:off x="609596" y="3621371"/>
            <a:ext cx="5320149" cy="292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706964"/>
          </a:xfrm>
        </p:spPr>
        <p:txBody>
          <a:bodyPr/>
          <a:lstStyle/>
          <a:p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</a:rPr>
              <a:t>Inventory</a:t>
            </a:r>
            <a:endParaRPr lang="en-BE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F8E7799B-5EC1-9B63-C3DF-EF9AA23504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1550986"/>
              </p:ext>
            </p:extLst>
          </p:nvPr>
        </p:nvGraphicFramePr>
        <p:xfrm>
          <a:off x="692729" y="2718680"/>
          <a:ext cx="10820398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879" y="789518"/>
            <a:ext cx="8761413" cy="7069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Movement - Steering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BF2DD19A-EFB5-62E8-DDF2-6C8754942E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5484738"/>
              </p:ext>
            </p:extLst>
          </p:nvPr>
        </p:nvGraphicFramePr>
        <p:xfrm>
          <a:off x="850731" y="1775795"/>
          <a:ext cx="10490538" cy="4225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67762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706964"/>
          </a:xfrm>
        </p:spPr>
        <p:txBody>
          <a:bodyPr/>
          <a:lstStyle/>
          <a:p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</a:rPr>
              <a:t>Movement - Exploration</a:t>
            </a:r>
            <a:endParaRPr lang="en-BE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FE2B6-338E-3006-49D1-11F80BBF8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571" y="2660073"/>
            <a:ext cx="6711756" cy="3775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4EC0BE-DEF0-16ED-DE76-6A821187163E}"/>
              </a:ext>
            </a:extLst>
          </p:cNvPr>
          <p:cNvSpPr txBox="1"/>
          <p:nvPr/>
        </p:nvSpPr>
        <p:spPr>
          <a:xfrm>
            <a:off x="475673" y="2660073"/>
            <a:ext cx="43120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Visits all unvisited houses in order of closest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Remembers visited houses and never repeats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stuck on geometry, temporarily wanders in a random direction to break free before resuming navigation</a:t>
            </a:r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706964"/>
          </a:xfrm>
        </p:spPr>
        <p:txBody>
          <a:bodyPr/>
          <a:lstStyle/>
          <a:p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</a:rPr>
              <a:t>High Score</a:t>
            </a:r>
            <a:endParaRPr lang="en-BE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06B79E2-3EFA-73EB-F001-4B2D7C8C8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09" t="25612" r="-2" b="15116"/>
          <a:stretch>
            <a:fillRect/>
          </a:stretch>
        </p:blipFill>
        <p:spPr>
          <a:xfrm>
            <a:off x="7605277" y="3048000"/>
            <a:ext cx="4017708" cy="19197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F04995A-4870-59C9-2C11-52BA527EDC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1" t="3163" r="35146" b="7901"/>
          <a:stretch>
            <a:fillRect/>
          </a:stretch>
        </p:blipFill>
        <p:spPr>
          <a:xfrm>
            <a:off x="618376" y="2501955"/>
            <a:ext cx="6521246" cy="388663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59B9C58-19E0-DCA5-4E53-CE12DE17E7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102" t="19010" b="-2"/>
          <a:stretch>
            <a:fillRect/>
          </a:stretch>
        </p:blipFill>
        <p:spPr>
          <a:xfrm>
            <a:off x="7628901" y="4031799"/>
            <a:ext cx="4017708" cy="20060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0F24CE7-8293-CFD9-C4F1-B30C947407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791" t="13333"/>
          <a:stretch>
            <a:fillRect/>
          </a:stretch>
        </p:blipFill>
        <p:spPr>
          <a:xfrm>
            <a:off x="7605277" y="3326038"/>
            <a:ext cx="4017708" cy="24768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B255FCD-807E-8D73-FBF5-636947C556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341" t="21538" r="1463" b="19968"/>
          <a:stretch>
            <a:fillRect/>
          </a:stretch>
        </p:blipFill>
        <p:spPr>
          <a:xfrm>
            <a:off x="7628901" y="4327665"/>
            <a:ext cx="4005896" cy="20060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BE575FD-91A9-1F74-9233-D51021BADD3B}"/>
              </a:ext>
            </a:extLst>
          </p:cNvPr>
          <p:cNvSpPr txBox="1"/>
          <p:nvPr/>
        </p:nvSpPr>
        <p:spPr>
          <a:xfrm>
            <a:off x="7529077" y="24568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Top 5: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A2CA47-4D1F-77E1-EE72-9F7618B661C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268" t="14450" b="-2"/>
          <a:stretch>
            <a:fillRect/>
          </a:stretch>
        </p:blipFill>
        <p:spPr>
          <a:xfrm>
            <a:off x="7628901" y="3683895"/>
            <a:ext cx="4017708" cy="24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520</TotalTime>
  <Words>327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Batang</vt:lpstr>
      <vt:lpstr>Arial</vt:lpstr>
      <vt:lpstr>Century Gothic</vt:lpstr>
      <vt:lpstr>Wingdings 3</vt:lpstr>
      <vt:lpstr>Ion Boardroom</vt:lpstr>
      <vt:lpstr>Survivor AI: Important decisions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Iva Petrova</cp:lastModifiedBy>
  <cp:revision>6</cp:revision>
  <dcterms:created xsi:type="dcterms:W3CDTF">2021-12-17T12:45:32Z</dcterms:created>
  <dcterms:modified xsi:type="dcterms:W3CDTF">2026-10-20T00:22:54Z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